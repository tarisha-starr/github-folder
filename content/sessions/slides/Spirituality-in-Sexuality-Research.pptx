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RADIANT WOMEN'S CIRCLE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200">
                <a:solidFill>
                  <a:srgbClr val="FCE8EA"/>
                </a:solidFill>
                <a:latin typeface="Belleza"/>
              </a:rPr>
              <a:t>Spirituality in Sexuality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490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What it means, how they connect, and the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WHAT IT ACTUALLY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Sacred sexuality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Bringing intention, presence and reverence to sex, so it becomes more than a physical 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A doorway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A way to connect with something larger than yourself: the divine, life force, oneness, love, spirit. Name it however you like.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BB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The act doesn't change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The awareness you bring to it does. Approached with presence, sex becomes communion, not performance or transaction.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HOW THEY 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The same root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Sexuality and spirituality spring from the same place: desire and longing.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Sexuality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The longing to know and be known. To connect with, merge with, and be met by another, body, heart and soul.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Spirituality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The same longing, pointed at the whole. To dissolve into, and belong to, something greater.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Two directions, one longing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The yearning to end separateness. Tantra never split them. Body-shameful, spirit-holy is the wound, not the truth. Two sides of one coin.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The body is the doorway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Transcendence, like pleasure, moves through the body, not around it. You reach the sacred by going in, not rising above.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It's real, not woo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Four things the research shows.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A1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Presence is the skill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Mindfulness measurably improves women's desire, arousal and satisfaction (Dr Lori Brotto). The spiritual muscle and the sexual one are the same: presence.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Union is literal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In eye-gaze studies, two people's brains, even their blinking, begin to synchronise, and they feel closer. Becoming one isn't only poetry.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A chemistry of the sacred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Touch and intimacy release oxytocin, dopamine and endorphins: bonding, trust, dissolved boundaries, the afterglow.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BB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Vulnerability is the gateway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Being truly seen is tied to the deepest connection, the same vulnerability the traditions call surrender.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200">
                <a:solidFill>
                  <a:srgbClr val="FCE8EA"/>
                </a:solidFill>
                <a:latin typeface="Belleza"/>
              </a:rPr>
              <a:t>The body isn't the obstacle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7490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0690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Received as a gift, it's the doorway to the sacred.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