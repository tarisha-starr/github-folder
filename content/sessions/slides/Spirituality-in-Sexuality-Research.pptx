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9A86D"/>
                </a:solidFill>
                <a:latin typeface="Lora"/>
              </a:rPr>
              <a:t>RADIANT WOMEN'S CIRCLE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200">
                <a:solidFill>
                  <a:srgbClr val="FCE8EA"/>
                </a:solidFill>
                <a:latin typeface="Belleza"/>
              </a:rPr>
              <a:t>Spirituality in Sexuality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490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690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FCE8EA"/>
                </a:solidFill>
                <a:latin typeface="Lora"/>
              </a:rPr>
              <a:t>What it means, how they connect, and the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8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74234F"/>
                </a:solidFill>
                <a:latin typeface="Lora"/>
              </a:rPr>
              <a:t>WHAT IT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1D283C"/>
                </a:solidFill>
                <a:latin typeface="Belleza"/>
              </a:rPr>
              <a:t>What sacred sexuality means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>
                <a:solidFill>
                  <a:srgbClr val="1D283C"/>
                </a:solidFill>
                <a:latin typeface="Lora"/>
              </a:rPr>
              <a:t>•  Bringing intention, presence and reverence to sex, so it's more than a physical act.</a:t>
            </a:r>
          </a:p>
          <a:p>
            <a:pPr>
              <a:spcAft>
                <a:spcPts val="1200"/>
              </a:spcAft>
            </a:pPr>
            <a:r>
              <a:rPr sz="2400" i="0">
                <a:solidFill>
                  <a:srgbClr val="1D283C"/>
                </a:solidFill>
                <a:latin typeface="Lora"/>
              </a:rPr>
              <a:t>•  A doorway to something larger than you: the divine, life force, oneness, love.</a:t>
            </a:r>
          </a:p>
          <a:p>
            <a:pPr>
              <a:spcAft>
                <a:spcPts val="1200"/>
              </a:spcAft>
            </a:pPr>
            <a:r>
              <a:rPr sz="2400" i="0">
                <a:solidFill>
                  <a:srgbClr val="1D283C"/>
                </a:solidFill>
                <a:latin typeface="Lora"/>
              </a:rPr>
              <a:t>•  The act doesn't change. The awareness you bring does. Communion, not performance.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46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9A86D"/>
                </a:solidFill>
                <a:latin typeface="Lora"/>
              </a:rPr>
              <a:t>HOW THEY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FCE8EA"/>
                </a:solidFill>
                <a:latin typeface="Belleza"/>
              </a:rPr>
              <a:t>The same longing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>
                <a:solidFill>
                  <a:srgbClr val="FCE8EA"/>
                </a:solidFill>
                <a:latin typeface="Lora"/>
              </a:rPr>
              <a:t>•  Both spring from the same root: desire and longing.</a:t>
            </a:r>
          </a:p>
          <a:p>
            <a:pPr>
              <a:spcAft>
                <a:spcPts val="1200"/>
              </a:spcAft>
            </a:pPr>
            <a:r>
              <a:rPr sz="2400" i="0">
                <a:solidFill>
                  <a:srgbClr val="FCE8EA"/>
                </a:solidFill>
                <a:latin typeface="Lora"/>
              </a:rPr>
              <a:t>•  Sexuality: the longing to know and be known, to merge with another.</a:t>
            </a:r>
          </a:p>
          <a:p>
            <a:pPr>
              <a:spcAft>
                <a:spcPts val="1200"/>
              </a:spcAft>
            </a:pPr>
            <a:r>
              <a:rPr sz="2400" i="0">
                <a:solidFill>
                  <a:srgbClr val="FCE8EA"/>
                </a:solidFill>
                <a:latin typeface="Lora"/>
              </a:rPr>
              <a:t>•  Spirituality: the same longing, pointed at the whole, to belong to something greater.</a:t>
            </a:r>
          </a:p>
          <a:p>
            <a:pPr>
              <a:spcAft>
                <a:spcPts val="1200"/>
              </a:spcAft>
            </a:pPr>
            <a:r>
              <a:rPr sz="2400" i="0">
                <a:solidFill>
                  <a:srgbClr val="FCE8EA"/>
                </a:solidFill>
                <a:latin typeface="Lora"/>
              </a:rPr>
              <a:t>•  Two directions, one yearning, to end separateness.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423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FCE8EA"/>
                </a:solidFill>
                <a:latin typeface="Belleza"/>
              </a:rPr>
              <a:t>The body is the doorway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>
                <a:solidFill>
                  <a:srgbClr val="FCE8EA"/>
                </a:solidFill>
                <a:latin typeface="Lora"/>
              </a:rPr>
              <a:t>•  Tantra never split them. Body-shameful, spirit-holy is the wound, not the truth.</a:t>
            </a:r>
          </a:p>
          <a:p>
            <a:pPr>
              <a:spcAft>
                <a:spcPts val="1200"/>
              </a:spcAft>
            </a:pPr>
            <a:r>
              <a:rPr sz="2400" i="0">
                <a:solidFill>
                  <a:srgbClr val="FCE8EA"/>
                </a:solidFill>
                <a:latin typeface="Lora"/>
              </a:rPr>
              <a:t>•  Transcendence, like pleasure, moves through the body, not around it.</a:t>
            </a:r>
          </a:p>
          <a:p>
            <a:pPr>
              <a:spcAft>
                <a:spcPts val="1200"/>
              </a:spcAft>
            </a:pPr>
            <a:r>
              <a:rPr sz="2400" i="0">
                <a:solidFill>
                  <a:srgbClr val="FCE8EA"/>
                </a:solidFill>
                <a:latin typeface="Lora"/>
              </a:rPr>
              <a:t>•  You reach the sacred by going in, not rising above. Bypassing can't get you there.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A1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74234F"/>
                </a:solidFill>
                <a:latin typeface="Lora"/>
              </a:rPr>
              <a:t>THE EVIDENCE · IT'S REAL, NOT WOO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1D283C"/>
                </a:solidFill>
                <a:latin typeface="Belleza"/>
              </a:rPr>
              <a:t>Presence is the skill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1D283C"/>
                </a:solidFill>
                <a:latin typeface="Lora"/>
              </a:rPr>
              <a:t>Mindfulness measurably improves women's desire, arousal and satisfaction (Dr Lori Brotto). The spiritual muscle and the sexual one are the same: presence.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FCE8EA"/>
                </a:solidFill>
                <a:latin typeface="Belleza"/>
              </a:rPr>
              <a:t>Union is literal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FCE8EA"/>
                </a:solidFill>
                <a:latin typeface="Lora"/>
              </a:rPr>
              <a:t>In eye-gaze studies, two people's brains, even their blinking, begin to synchronise, and they feel closer. Becoming one isn't only poetry.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8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1D283C"/>
                </a:solidFill>
                <a:latin typeface="Belleza"/>
              </a:rPr>
              <a:t>A chemistry of the sacred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1D283C"/>
                </a:solidFill>
                <a:latin typeface="Lora"/>
              </a:rPr>
              <a:t>Touch and intimacy release oxytocin, dopamine and endorphins: bonding, trust, dissolved boundaries, the afterglow.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BB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1D283C"/>
                </a:solidFill>
                <a:latin typeface="Belleza"/>
              </a:rPr>
              <a:t>Vulnerability is the gateway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1D283C"/>
                </a:solidFill>
                <a:latin typeface="Lora"/>
              </a:rPr>
              <a:t>Being truly seen is tied to the deepest connection, the same vulnerability the traditions call surrender.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200">
                <a:solidFill>
                  <a:srgbClr val="FCE8EA"/>
                </a:solidFill>
                <a:latin typeface="Belleza"/>
              </a:rPr>
              <a:t>The body isn't the obstacle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7490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0690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FCE8EA"/>
                </a:solidFill>
                <a:latin typeface="Lora"/>
              </a:rPr>
              <a:t>Received as a gift, it's the doorway to the sacred.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