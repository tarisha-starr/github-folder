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RADIANT WOMEN'S CIRCLE  ·  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Master Your Emotions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Safety and self-compassion.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1D283C"/>
                </a:solidFill>
                <a:latin typeface="Marcellus"/>
              </a:rPr>
              <a:t>Lack of safety is the problem.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Not the emotions. Emotions aren't dangerous. Being flooded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Start with safety.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We only expand, feel more, open more, when we're not overwhelmed and not sliding into our old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What safety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I'm connected to myself.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I feel what's good for me.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I test it out.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I read how the other responds.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Then I step forward, or step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Then, no overwhelm.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Because I never abandon myself to cope. I stay with me the whole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BEFORE THE BREAKOUT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Reflect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When do I feel safe? When do I not?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Where do I abandon myself to keep the peace?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What does it feel like in my body when I leave myself?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Breakout · My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One place I feel safe is... one place I don't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One way I abandon myself is...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Partner: just witness. Then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3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The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Stress makes emotions. Emotions make stress. So we reach for something to fill the hole.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The hole can't be filled from outside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There's no signal that says your emotional need is met. The fix backfires, and the feeling still waits to be heard.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>
                <a:solidFill>
                  <a:srgbClr val="FCE8EA"/>
                </a:solidFill>
                <a:latin typeface="Marcellus"/>
              </a:rPr>
              <a:t>Emotions are the messengers.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FCE8EA"/>
                </a:solidFill>
                <a:latin typeface="Lora"/>
              </a:rPr>
              <a:t>Ignore them and they don't go away. They get louder. They start screaming until we listen.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A1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ONE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What do you reach for when a feeling gets too big?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8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DR LINDA BACON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The reframe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i="0">
                <a:solidFill>
                  <a:srgbClr val="1D283C"/>
                </a:solidFill>
                <a:latin typeface="Lora"/>
              </a:rPr>
              <a:t>If you numb, you don't have a problem with food or wine or your phone. You have a problem with taking care of yourself.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BB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4234F"/>
                </a:solidFill>
                <a:latin typeface="Lora"/>
              </a:rPr>
              <a:t>HANDS ON HEART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1D283C"/>
                </a:solidFill>
                <a:latin typeface="Marcellus"/>
              </a:rPr>
              <a:t>Self-compassion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74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How do you feel? What's going on for you?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I hear you feel...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1D283C"/>
                </a:solidFill>
                <a:latin typeface="Lora"/>
              </a:rPr>
              <a:t>•  I see this is difficult. I am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4234F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Breakout · Self-compassion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Hands on heart. Say it out loud to your partner.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Partner reflects: I hear you feel...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No advice. Then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9A86D"/>
                </a:solidFill>
                <a:latin typeface="Lora"/>
              </a:rPr>
              <a:t>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>
                <a:solidFill>
                  <a:srgbClr val="FCE8EA"/>
                </a:solidFill>
                <a:latin typeface="Marcellus"/>
              </a:rPr>
              <a:t>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34640"/>
            <a:ext cx="1463040" cy="38100"/>
          </a:xfrm>
          <a:prstGeom prst="rect">
            <a:avLst/>
          </a:prstGeom>
          <a:solidFill>
            <a:srgbClr val="C9A8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Am I safe? Am I connected to myself?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Hands on heart: how do you feel?</a:t>
            </a:r>
          </a:p>
          <a:p>
            <a:pPr>
              <a:spcAft>
                <a:spcPts val="1200"/>
              </a:spcAft>
            </a:pPr>
            <a:r>
              <a:rPr sz="2300" i="0">
                <a:solidFill>
                  <a:srgbClr val="FCE8EA"/>
                </a:solidFill>
                <a:latin typeface="Lora"/>
              </a:rPr>
              <a:t>•  Listen. That's the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9A86D"/>
                </a:solidFill>
                <a:latin typeface="Lora"/>
              </a:rPr>
              <a:t>SEXUALEMPOWERMENTFORWOMEN.COM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