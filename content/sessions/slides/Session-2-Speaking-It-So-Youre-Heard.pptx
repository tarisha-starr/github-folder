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RADIANT WOMEN'S CIRCLE  ·  SESSION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Speaking It So You're Heard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Asking in a way that inspires.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Last time we found her.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Tonight, we give her a voice. Not a complaint. Not a hint. A desire, spoken so it can be met.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Reconnect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One desire I found last time was...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ALISON ARMSTRONG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How you're wired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You live in diffuse awareness — aware of everything at once.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He lives more in single focus — one thing at a time.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So when you share, he hears information, not a request.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Sharing isn't asking.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A hundred diffuse hints land as noise. One clear want lands as a request.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A real request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Specific — he can picture it.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A by-when — it lands in time.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Room for a yes or a no — a request, not a demand.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5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5EFE3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Breakout · Sharing vs Asking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Share it the messy way first.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Then say it in one clean sentence: I want... by...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Partner reflects back the clear request.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5EFE3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FOUR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The Great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Describe exactly what you want.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Say what it would give you.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Say what's in it for him.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Ask: what do you need from me to give me that?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Frustration is a gap, not a fact.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The distance between an expectation you never spoke and the influence you didn't use. An unspoken expectation is a resentment in waiting.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Breakout · The Great Ask, out 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Build your ask in all four steps.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Partner receives it warmly, in character.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No apologising. Say it like it's allowed.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Inspire, don't demand.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A demand makes him wrong and he stops trying. An invitation hands him a way to be your hero.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Appreciation unlocks generosity.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Notice what he already does before you ask for the next thing. Then let him see it landed. That's the fuel.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The loop that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Clear invitation → he gives.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You receive it and show it landed.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He wants to give more.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Same man. Same marriage. You changed how you asked.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5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Receive like a queen.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Stop deflecting the gift. Let the compliment land. You can't ask for intimacy from an empty tank.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5EFE3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Breakout · Demand into invitation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Say the want as a demand: You never...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Then as an invitation: I'd so love it if you would...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Show him it would land: ...and it would make me feel...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Partner: which made you want to give?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Claim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This week, the one clean want I'm going to actually say is... The circle answers: You're allowed.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One clean, specific, appreciation-first request a day.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Watch the generosity come back.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You're teaching the people who love you how to succeed at loving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