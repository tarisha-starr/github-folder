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2. Soften in, recap Session 1: you found your needs; tonight you give them a voice, not a complaint, not a hint, a desire spoken so it can be met. Go-round.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we give her a voice. Frame: asking in a way that inspires.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Go-round: one desire I found last time was...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Alison Armstrong: you live in diffuse awareness, aware of everything at once; he lives more in single focus, one thing at a time. So when you share, he hears information, not a request. Neither of you is broken.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hundred diffuse hints land as noise. One clear want lands as a request.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request has three things: specific (he can picture it); a by-when (it lands in time); room for a yes or a no (a request, not a demand). Nagging is repeating a vague thing; a real request is clean.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 In pairs: share it the messy way first; then say it in one clean sentence, 'I want... by...'; partner reflects back the clear request. Swap. Main-room: what did it feel like to say the clean version?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Armstrong's four steps: 1) describe exactly what you want; 2) say what it would give you; 3) say what's in it for him; 4) ask 'what do you need from me to give me that?' That last line turns a request into a team.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Frustration is the gap between an expectation you never spoke and the influence you didn't use. An unspoken expectation is a resentment in waiting; a spoken request is an act of intimacy.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 In pairs, build your ask in all four steps; partner receives it warmly in character and answers step 4. No apologising, say it like it's allowed. Swap. Main-room: what surprised you about asking that way?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demand makes him wrong and he stops trying; an invitation hands him a way to be your hero. Assume he wants to give; ask for the action, not mind-reading; make it winnable, and let him win his own 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Armstrong's Appreciation Equation: notice what he already does before you ask for the next thing; give it in his currency; then let him see it landed. That's the fuel.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that works: clear invitation, he gives, you receive and show it landed, he wants to give more. Same man, same marriage, you changed how you asked and how you received.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deflecting the gift; let the compliment land. You can't ask for intimacy from an empty tank. Receiving is half the skill.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 In pairs, say one want as a demand first ('You never...'), notice your partner's face; then as an invitation ('I'd so love it if you would...') and show how it would land ('...and it would make me feel...'). Partner says which made them want to give. Swap. Main-room: which were you more used 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Claiming round: 'This week, the one clean want I'm going to actually say is...' Circle answers: You're allowed.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Take-home: one clean, specific, appreciation-first request a day; watch the generosity come back; you're teaching the people who love you how to succeed at loving you. Close.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RADIANT WOMEN'S CIRCLE  ·  SESSION 2</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Speaking It So You're Heard</a:t>
            </a:r>
          </a:p>
        </p:txBody>
      </p:sp>
      <p:sp>
        <p:nvSpPr>
          <p:cNvPr id="4" name="Rectangle 3"/>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Asking in a way that inspires.</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Last time we found her.</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Tonight, we give her a voice. Not a complaint. Not a hint. A desire, spoken so it can be met.</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Reconnect</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One desire I found last time was...</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ALISON ARMSTRONG</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How you're wired</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You live in diffuse awareness — aware of everything at once.</a:t>
            </a:r>
          </a:p>
          <a:p>
            <a:pPr>
              <a:spcAft>
                <a:spcPts val="1200"/>
              </a:spcAft>
            </a:pPr>
            <a:r>
              <a:rPr sz="2300" i="0">
                <a:solidFill>
                  <a:srgbClr val="FCE8EA"/>
                </a:solidFill>
                <a:latin typeface="Lora"/>
              </a:rPr>
              <a:t>•  He lives more in single focus — one thing at a time.</a:t>
            </a:r>
          </a:p>
          <a:p>
            <a:pPr>
              <a:spcAft>
                <a:spcPts val="1200"/>
              </a:spcAft>
            </a:pPr>
            <a:r>
              <a:rPr sz="2300" i="0">
                <a:solidFill>
                  <a:srgbClr val="FCE8EA"/>
                </a:solidFill>
                <a:latin typeface="Lora"/>
              </a:rPr>
              <a:t>•  So when you share, he hears information, not a request.</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Sharing isn't asking.</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A hundred diffuse hints land as noise. One clear want lands as a request.</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A real request</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Specific — he can picture it.</a:t>
            </a:r>
          </a:p>
          <a:p>
            <a:pPr>
              <a:spcAft>
                <a:spcPts val="1200"/>
              </a:spcAft>
            </a:pPr>
            <a:r>
              <a:rPr sz="2300" i="0">
                <a:solidFill>
                  <a:srgbClr val="1D283C"/>
                </a:solidFill>
                <a:latin typeface="Lora"/>
              </a:rPr>
              <a:t>•  A by-when — it lands in time.</a:t>
            </a:r>
          </a:p>
          <a:p>
            <a:pPr>
              <a:spcAft>
                <a:spcPts val="1200"/>
              </a:spcAft>
            </a:pPr>
            <a:r>
              <a:rPr sz="2300" i="0">
                <a:solidFill>
                  <a:srgbClr val="1D283C"/>
                </a:solidFill>
                <a:latin typeface="Lora"/>
              </a:rPr>
              <a:t>•  Room for a yes or a no — a request, not a demand.</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7CA1A5"/>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IN PAIRS</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Breakout · Sharing vs Asking</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Share it the messy way first.</a:t>
            </a:r>
          </a:p>
          <a:p>
            <a:pPr>
              <a:spcAft>
                <a:spcPts val="1200"/>
              </a:spcAft>
            </a:pPr>
            <a:r>
              <a:rPr sz="2300" i="0">
                <a:solidFill>
                  <a:srgbClr val="1D283C"/>
                </a:solidFill>
                <a:latin typeface="Lora"/>
              </a:rPr>
              <a:t>•  Then say it in one clean sentence: I want... by...</a:t>
            </a:r>
          </a:p>
          <a:p>
            <a:pPr>
              <a:spcAft>
                <a:spcPts val="1200"/>
              </a:spcAft>
            </a:pPr>
            <a:r>
              <a:rPr sz="2300" i="0">
                <a:solidFill>
                  <a:srgbClr val="1D283C"/>
                </a:solidFill>
                <a:latin typeface="Lora"/>
              </a:rPr>
              <a:t>•  Partner reflects back the clear request. Swap.</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FOUR STEPS</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The Great Ask</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Describe exactly what you want.</a:t>
            </a:r>
          </a:p>
          <a:p>
            <a:pPr>
              <a:spcAft>
                <a:spcPts val="1200"/>
              </a:spcAft>
            </a:pPr>
            <a:r>
              <a:rPr sz="2300" i="0">
                <a:solidFill>
                  <a:srgbClr val="FCE8EA"/>
                </a:solidFill>
                <a:latin typeface="Lora"/>
              </a:rPr>
              <a:t>•  Say what it would give you.</a:t>
            </a:r>
          </a:p>
          <a:p>
            <a:pPr>
              <a:spcAft>
                <a:spcPts val="1200"/>
              </a:spcAft>
            </a:pPr>
            <a:r>
              <a:rPr sz="2300" i="0">
                <a:solidFill>
                  <a:srgbClr val="FCE8EA"/>
                </a:solidFill>
                <a:latin typeface="Lora"/>
              </a:rPr>
              <a:t>•  Say what's in it for him.</a:t>
            </a:r>
          </a:p>
          <a:p>
            <a:pPr>
              <a:spcAft>
                <a:spcPts val="1200"/>
              </a:spcAft>
            </a:pPr>
            <a:r>
              <a:rPr sz="2300" i="0">
                <a:solidFill>
                  <a:srgbClr val="FCE8EA"/>
                </a:solidFill>
                <a:latin typeface="Lora"/>
              </a:rPr>
              <a:t>•  Ask: what do you need from me to give me that?</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Frustration is a gap, not a fact.</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The distance between an expectation you never spoke and the influence you didn't use. An unspoken expectation is a resentment in waiting.</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IN PAIRS</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Breakout · The Great Ask, out loud</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Build your ask in all four steps.</a:t>
            </a:r>
          </a:p>
          <a:p>
            <a:pPr>
              <a:spcAft>
                <a:spcPts val="1200"/>
              </a:spcAft>
            </a:pPr>
            <a:r>
              <a:rPr sz="2300" i="0">
                <a:solidFill>
                  <a:srgbClr val="FCE8EA"/>
                </a:solidFill>
                <a:latin typeface="Lora"/>
              </a:rPr>
              <a:t>•  Partner receives it warmly, in character.</a:t>
            </a:r>
          </a:p>
          <a:p>
            <a:pPr>
              <a:spcAft>
                <a:spcPts val="1200"/>
              </a:spcAft>
            </a:pPr>
            <a:r>
              <a:rPr sz="2300" i="0">
                <a:solidFill>
                  <a:srgbClr val="FCE8EA"/>
                </a:solidFill>
                <a:latin typeface="Lora"/>
              </a:rPr>
              <a:t>•  No apologising. Say it like it's allowed. Swap.</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Inspire, don't demand.</a:t>
            </a:r>
          </a:p>
        </p:txBody>
      </p:sp>
      <p:sp>
        <p:nvSpPr>
          <p:cNvPr id="3" name="Rectangle 2"/>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A demand makes him wrong and he stops trying. An invitation hands him a way to be your hero.</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Appreciation unlocks generosity.</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Notice what he already does before you ask for the next thing. Then let him see it landed. That's the fuel.</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The loop that works</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Clear invitation → he gives.</a:t>
            </a:r>
          </a:p>
          <a:p>
            <a:pPr>
              <a:spcAft>
                <a:spcPts val="1200"/>
              </a:spcAft>
            </a:pPr>
            <a:r>
              <a:rPr sz="2300" i="0">
                <a:solidFill>
                  <a:srgbClr val="1D283C"/>
                </a:solidFill>
                <a:latin typeface="Lora"/>
              </a:rPr>
              <a:t>•  You receive it and show it landed.</a:t>
            </a:r>
          </a:p>
          <a:p>
            <a:pPr>
              <a:spcAft>
                <a:spcPts val="1200"/>
              </a:spcAft>
            </a:pPr>
            <a:r>
              <a:rPr sz="2300" i="0">
                <a:solidFill>
                  <a:srgbClr val="1D283C"/>
                </a:solidFill>
                <a:latin typeface="Lora"/>
              </a:rPr>
              <a:t>•  He wants to give more.</a:t>
            </a:r>
          </a:p>
          <a:p>
            <a:pPr>
              <a:spcAft>
                <a:spcPts val="1200"/>
              </a:spcAft>
            </a:pPr>
            <a:r>
              <a:rPr sz="2300" i="0">
                <a:solidFill>
                  <a:srgbClr val="1D283C"/>
                </a:solidFill>
                <a:latin typeface="Lora"/>
              </a:rPr>
              <a:t>•  Same man. Same marriage. You changed how you asked.</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7CA1A5"/>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Receive like a queen.</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Stop deflecting the gift. Let the compliment land. You can't ask for intimacy from an empty tank.</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IN PAIRS</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Breakout · Demand into invitation</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Say the want as a demand: You never...</a:t>
            </a:r>
          </a:p>
          <a:p>
            <a:pPr>
              <a:spcAft>
                <a:spcPts val="1200"/>
              </a:spcAft>
            </a:pPr>
            <a:r>
              <a:rPr sz="2300" i="0">
                <a:solidFill>
                  <a:srgbClr val="FCE8EA"/>
                </a:solidFill>
                <a:latin typeface="Lora"/>
              </a:rPr>
              <a:t>•  Then as an invitation: I'd so love it if you would...</a:t>
            </a:r>
          </a:p>
          <a:p>
            <a:pPr>
              <a:spcAft>
                <a:spcPts val="1200"/>
              </a:spcAft>
            </a:pPr>
            <a:r>
              <a:rPr sz="2300" i="0">
                <a:solidFill>
                  <a:srgbClr val="FCE8EA"/>
                </a:solidFill>
                <a:latin typeface="Lora"/>
              </a:rPr>
              <a:t>•  Show him it would land: ...and it would make me feel...</a:t>
            </a:r>
          </a:p>
          <a:p>
            <a:pPr>
              <a:spcAft>
                <a:spcPts val="1200"/>
              </a:spcAft>
            </a:pPr>
            <a:r>
              <a:rPr sz="2300" i="0">
                <a:solidFill>
                  <a:srgbClr val="FCE8EA"/>
                </a:solidFill>
                <a:latin typeface="Lora"/>
              </a:rPr>
              <a:t>•  Partner: which made you want to give? Swap.</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Claim it</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This week, the one clean want I'm going to actually say is... The circle answers: You're allowed.</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TAKE HOME</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This week</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One clean, specific, appreciation-first request a day.</a:t>
            </a:r>
          </a:p>
          <a:p>
            <a:pPr>
              <a:spcAft>
                <a:spcPts val="1200"/>
              </a:spcAft>
            </a:pPr>
            <a:r>
              <a:rPr sz="2300" i="0">
                <a:solidFill>
                  <a:srgbClr val="1D283C"/>
                </a:solidFill>
                <a:latin typeface="Lora"/>
              </a:rPr>
              <a:t>•  Watch the generosity come back.</a:t>
            </a:r>
          </a:p>
          <a:p>
            <a:pPr>
              <a:spcAft>
                <a:spcPts val="1200"/>
              </a:spcAft>
            </a:pPr>
            <a:r>
              <a:rPr sz="2300" i="0">
                <a:solidFill>
                  <a:srgbClr val="1D283C"/>
                </a:solidFill>
                <a:latin typeface="Lora"/>
              </a:rPr>
              <a:t>•  You're teaching the people who love you how to succeed at loving you.</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