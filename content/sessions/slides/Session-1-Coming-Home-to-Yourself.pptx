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E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C2A46D"/>
                </a:solidFill>
                <a:latin typeface="Lora"/>
              </a:rPr>
              <a:t>RADIANT WOMEN'S CIRCLE  ·  SESSION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5400">
                <a:solidFill>
                  <a:srgbClr val="F5EFE3"/>
                </a:solidFill>
                <a:latin typeface="Marcellus"/>
              </a:rPr>
              <a:t>Coming Home to Yourself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3977640"/>
            <a:ext cx="1463040" cy="38100"/>
          </a:xfrm>
          <a:prstGeom prst="rect">
            <a:avLst/>
          </a:prstGeom>
          <a:solidFill>
            <a:srgbClr val="C2A4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4297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700" i="1">
                <a:solidFill>
                  <a:srgbClr val="F5EFE3"/>
                </a:solidFill>
                <a:latin typeface="Lora"/>
              </a:rPr>
              <a:t>Finding what you want, need and desire.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2A46D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EF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>
                <a:solidFill>
                  <a:srgbClr val="15110D"/>
                </a:solidFill>
                <a:latin typeface="Marcellus"/>
              </a:rPr>
              <a:t>Tonight, we find her.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834640"/>
            <a:ext cx="1463040" cy="38100"/>
          </a:xfrm>
          <a:prstGeom prst="rect">
            <a:avLst/>
          </a:prstGeom>
          <a:solidFill>
            <a:srgbClr val="C75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154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700" i="1">
                <a:solidFill>
                  <a:srgbClr val="15110D"/>
                </a:solidFill>
                <a:latin typeface="Lora"/>
              </a:rPr>
              <a:t>Your needs. Your wants. Your deepest desires. We start by coming home to yourself.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75D3D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C2A46D"/>
                </a:solidFill>
                <a:latin typeface="Lora"/>
              </a:rPr>
              <a:t>HOW WE HOLD THIS SPACE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>
                <a:solidFill>
                  <a:srgbClr val="F5EFE3"/>
                </a:solidFill>
                <a:latin typeface="Marcellus"/>
              </a:rPr>
              <a:t>Our circle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834640"/>
            <a:ext cx="1463040" cy="38100"/>
          </a:xfrm>
          <a:prstGeom prst="rect">
            <a:avLst/>
          </a:prstGeom>
          <a:solidFill>
            <a:srgbClr val="C2A4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154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300" i="0">
                <a:solidFill>
                  <a:srgbClr val="F5EFE3"/>
                </a:solidFill>
                <a:latin typeface="Lora"/>
              </a:rPr>
              <a:t>•  What's shared here stays here.</a:t>
            </a:r>
          </a:p>
          <a:p>
            <a:pPr>
              <a:spcAft>
                <a:spcPts val="1200"/>
              </a:spcAft>
            </a:pPr>
            <a:r>
              <a:rPr sz="2300" i="0">
                <a:solidFill>
                  <a:srgbClr val="F5EFE3"/>
                </a:solidFill>
                <a:latin typeface="Lora"/>
              </a:rPr>
              <a:t>•  We witness. We don't fix or rescue.</a:t>
            </a:r>
          </a:p>
          <a:p>
            <a:pPr>
              <a:spcAft>
                <a:spcPts val="1200"/>
              </a:spcAft>
            </a:pPr>
            <a:r>
              <a:rPr sz="2300" i="0">
                <a:solidFill>
                  <a:srgbClr val="F5EFE3"/>
                </a:solidFill>
                <a:latin typeface="Lora"/>
              </a:rPr>
              <a:t>•  You can always pass.</a:t>
            </a:r>
          </a:p>
          <a:p>
            <a:pPr>
              <a:spcAft>
                <a:spcPts val="1200"/>
              </a:spcAft>
            </a:pPr>
            <a:r>
              <a:rPr sz="2300" i="0">
                <a:solidFill>
                  <a:srgbClr val="F5EFE3"/>
                </a:solidFill>
                <a:latin typeface="Lora"/>
              </a:rPr>
              <a:t>•  There's no such thing as too much in this room.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2A46D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9E4A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>
                <a:solidFill>
                  <a:srgbClr val="F5EFE3"/>
                </a:solidFill>
                <a:latin typeface="Marcellus"/>
              </a:rPr>
              <a:t>Soften your jaw.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834640"/>
            <a:ext cx="1463040" cy="38100"/>
          </a:xfrm>
          <a:prstGeom prst="rect">
            <a:avLst/>
          </a:prstGeom>
          <a:solidFill>
            <a:srgbClr val="C2A4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154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700" i="1">
                <a:solidFill>
                  <a:srgbClr val="F5EFE3"/>
                </a:solidFill>
                <a:latin typeface="Lora"/>
              </a:rPr>
              <a:t>Drop your shoulders. Unclench your belly. She doesn't live in the tension. She lives in the softening.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2A46D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EF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>
                <a:solidFill>
                  <a:srgbClr val="15110D"/>
                </a:solidFill>
                <a:latin typeface="Marcellus"/>
              </a:rPr>
              <a:t>Three words we blur together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834640"/>
            <a:ext cx="1463040" cy="38100"/>
          </a:xfrm>
          <a:prstGeom prst="rect">
            <a:avLst/>
          </a:prstGeom>
          <a:solidFill>
            <a:srgbClr val="C75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154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300" i="0">
                <a:solidFill>
                  <a:srgbClr val="15110D"/>
                </a:solidFill>
                <a:latin typeface="Lora"/>
              </a:rPr>
              <a:t>•  Needs — what you can't be well without.</a:t>
            </a:r>
          </a:p>
          <a:p>
            <a:pPr>
              <a:spcAft>
                <a:spcPts val="1200"/>
              </a:spcAft>
            </a:pPr>
            <a:r>
              <a:rPr sz="2300" i="0">
                <a:solidFill>
                  <a:srgbClr val="15110D"/>
                </a:solidFill>
                <a:latin typeface="Lora"/>
              </a:rPr>
              <a:t>•  Wants — the specific things that meet a need.</a:t>
            </a:r>
          </a:p>
          <a:p>
            <a:pPr>
              <a:spcAft>
                <a:spcPts val="1200"/>
              </a:spcAft>
            </a:pPr>
            <a:r>
              <a:rPr sz="2300" i="0">
                <a:solidFill>
                  <a:srgbClr val="15110D"/>
                </a:solidFill>
                <a:latin typeface="Lora"/>
              </a:rPr>
              <a:t>•  Desires — the deep, alive pull. Your compass.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75D3D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2A46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>
                <a:solidFill>
                  <a:srgbClr val="15110D"/>
                </a:solidFill>
                <a:latin typeface="Marcellus"/>
              </a:rPr>
              <a:t>You're not too much.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834640"/>
            <a:ext cx="1463040" cy="38100"/>
          </a:xfrm>
          <a:prstGeom prst="rect">
            <a:avLst/>
          </a:prstGeom>
          <a:solidFill>
            <a:srgbClr val="6E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154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700" i="1">
                <a:solidFill>
                  <a:srgbClr val="15110D"/>
                </a:solidFill>
                <a:latin typeface="Lora"/>
              </a:rPr>
              <a:t>You've been gathering everyone else's needs for so long you lost the thread of your own. Tonight we pick it back up.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6E1A2E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E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C2A46D"/>
                </a:solidFill>
                <a:latin typeface="Lora"/>
              </a:rPr>
              <a:t>CLAIRE ZAMMIT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5400">
                <a:solidFill>
                  <a:srgbClr val="F5EFE3"/>
                </a:solidFill>
                <a:latin typeface="Marcellus"/>
              </a:rPr>
              <a:t>The invisible woman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3977640"/>
            <a:ext cx="1463040" cy="38100"/>
          </a:xfrm>
          <a:prstGeom prst="rect">
            <a:avLst/>
          </a:prstGeom>
          <a:solidFill>
            <a:srgbClr val="C2A4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4297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700" i="1">
                <a:solidFill>
                  <a:srgbClr val="F5EFE3"/>
                </a:solidFill>
                <a:latin typeface="Lora"/>
              </a:rPr>
              <a:t>You are not overlooked by accident.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2A46D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C2A46D"/>
                </a:solidFill>
                <a:latin typeface="Lora"/>
              </a:rPr>
              <a:t>THE I'M INVISIBLE PATTERN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>
                <a:solidFill>
                  <a:srgbClr val="F5EFE3"/>
                </a:solidFill>
                <a:latin typeface="Marcellus"/>
              </a:rPr>
              <a:t>How we disappear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834640"/>
            <a:ext cx="1463040" cy="38100"/>
          </a:xfrm>
          <a:prstGeom prst="rect">
            <a:avLst/>
          </a:prstGeom>
          <a:solidFill>
            <a:srgbClr val="C2A4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154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300" i="0">
                <a:solidFill>
                  <a:srgbClr val="F5EFE3"/>
                </a:solidFill>
                <a:latin typeface="Lora"/>
              </a:rPr>
              <a:t>•  My attention is on everyone but me.</a:t>
            </a:r>
          </a:p>
          <a:p>
            <a:pPr>
              <a:spcAft>
                <a:spcPts val="1200"/>
              </a:spcAft>
            </a:pPr>
            <a:r>
              <a:rPr sz="2300" i="0">
                <a:solidFill>
                  <a:srgbClr val="F5EFE3"/>
                </a:solidFill>
                <a:latin typeface="Lora"/>
              </a:rPr>
              <a:t>•  I assume you can see what I never said.</a:t>
            </a:r>
          </a:p>
          <a:p>
            <a:pPr>
              <a:spcAft>
                <a:spcPts val="1200"/>
              </a:spcAft>
            </a:pPr>
            <a:r>
              <a:rPr sz="2300" i="0">
                <a:solidFill>
                  <a:srgbClr val="F5EFE3"/>
                </a:solidFill>
                <a:latin typeface="Lora"/>
              </a:rPr>
              <a:t>•  I serve until I'm empty.</a:t>
            </a:r>
          </a:p>
          <a:p>
            <a:pPr>
              <a:spcAft>
                <a:spcPts val="1200"/>
              </a:spcAft>
            </a:pPr>
            <a:r>
              <a:rPr sz="2300" i="0">
                <a:solidFill>
                  <a:srgbClr val="F5EFE3"/>
                </a:solidFill>
                <a:latin typeface="Lora"/>
              </a:rPr>
              <a:t>•  I wait, quietly, to be discovered.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2A46D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75D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>
                <a:solidFill>
                  <a:srgbClr val="F5EFE3"/>
                </a:solidFill>
                <a:latin typeface="Marcellus"/>
              </a:rPr>
              <a:t>The loop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834640"/>
            <a:ext cx="1463040" cy="38100"/>
          </a:xfrm>
          <a:prstGeom prst="rect">
            <a:avLst/>
          </a:prstGeom>
          <a:solidFill>
            <a:srgbClr val="F5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154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700" i="1">
                <a:solidFill>
                  <a:srgbClr val="F5EFE3"/>
                </a:solidFill>
                <a:latin typeface="Lora"/>
              </a:rPr>
              <a:t>Believe you're invisible → disappear yourself → they don't see you → you feel invisible. The belief builds its own proof.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F5EFE3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EF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>
                <a:solidFill>
                  <a:srgbClr val="15110D"/>
                </a:solidFill>
                <a:latin typeface="Marcellus"/>
              </a:rPr>
              <a:t>The hard truth, said gently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834640"/>
            <a:ext cx="1463040" cy="38100"/>
          </a:xfrm>
          <a:prstGeom prst="rect">
            <a:avLst/>
          </a:prstGeom>
          <a:solidFill>
            <a:srgbClr val="C75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154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700" i="1">
                <a:solidFill>
                  <a:srgbClr val="15110D"/>
                </a:solidFill>
                <a:latin typeface="Lora"/>
              </a:rPr>
              <a:t>You have taught the people around you exactly how much of you to see. A habit, not a fact. And tonight we start practising the opposite.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75D3D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2A46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6E1A2E"/>
                </a:solidFill>
                <a:latin typeface="Lora"/>
              </a:rPr>
              <a:t>THE SHIFT  ·  PRESENCING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>
                <a:solidFill>
                  <a:srgbClr val="15110D"/>
                </a:solidFill>
                <a:latin typeface="Marcellus"/>
              </a:rPr>
              <a:t>I see myself. I am present.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834640"/>
            <a:ext cx="1463040" cy="38100"/>
          </a:xfrm>
          <a:prstGeom prst="rect">
            <a:avLst/>
          </a:prstGeom>
          <a:solidFill>
            <a:srgbClr val="6E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154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700" i="1">
                <a:solidFill>
                  <a:srgbClr val="15110D"/>
                </a:solidFill>
                <a:latin typeface="Lora"/>
              </a:rPr>
              <a:t>I stop waiting to be seen. I turn toward myself, and I make myself visible. It is my destiny to be visible.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6E1A2E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9E4A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C2A46D"/>
                </a:solidFill>
                <a:latin typeface="Lora"/>
              </a:rPr>
              <a:t>IN PAIRS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>
                <a:solidFill>
                  <a:srgbClr val="F5EFE3"/>
                </a:solidFill>
                <a:latin typeface="Marcellus"/>
              </a:rPr>
              <a:t>Breakout · How I make myself invisible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834640"/>
            <a:ext cx="1463040" cy="38100"/>
          </a:xfrm>
          <a:prstGeom prst="rect">
            <a:avLst/>
          </a:prstGeom>
          <a:solidFill>
            <a:srgbClr val="C2A4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154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300" i="0">
                <a:solidFill>
                  <a:srgbClr val="F5EFE3"/>
                </a:solidFill>
                <a:latin typeface="Lora"/>
              </a:rPr>
              <a:t>•  One way I make myself invisible is...</a:t>
            </a:r>
          </a:p>
          <a:p>
            <a:pPr>
              <a:spcAft>
                <a:spcPts val="1200"/>
              </a:spcAft>
            </a:pPr>
            <a:r>
              <a:rPr sz="2300" i="0">
                <a:solidFill>
                  <a:srgbClr val="F5EFE3"/>
                </a:solidFill>
                <a:latin typeface="Lora"/>
              </a:rPr>
              <a:t>•  One way I've trained people not to see my needs is...</a:t>
            </a:r>
          </a:p>
          <a:p>
            <a:pPr>
              <a:spcAft>
                <a:spcPts val="1200"/>
              </a:spcAft>
            </a:pPr>
            <a:r>
              <a:rPr sz="2300" i="0">
                <a:solidFill>
                  <a:srgbClr val="F5EFE3"/>
                </a:solidFill>
                <a:latin typeface="Lora"/>
              </a:rPr>
              <a:t>•  The story underneath might be... (invisible / not enough / too much / a burden)</a:t>
            </a:r>
          </a:p>
          <a:p>
            <a:pPr>
              <a:spcAft>
                <a:spcPts val="1200"/>
              </a:spcAft>
            </a:pPr>
            <a:r>
              <a:rPr sz="2300" i="0">
                <a:solidFill>
                  <a:srgbClr val="F5EFE3"/>
                </a:solidFill>
                <a:latin typeface="Lora"/>
              </a:rPr>
              <a:t>•  Partner: just witness. Then swap.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2A46D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E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C2A46D"/>
                </a:solidFill>
                <a:latin typeface="Lora"/>
              </a:rPr>
              <a:t>PART 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5400">
                <a:solidFill>
                  <a:srgbClr val="F5EFE3"/>
                </a:solidFill>
                <a:latin typeface="Marcellus"/>
              </a:rPr>
              <a:t>What I don't want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3977640"/>
            <a:ext cx="1463040" cy="38100"/>
          </a:xfrm>
          <a:prstGeom prst="rect">
            <a:avLst/>
          </a:prstGeom>
          <a:solidFill>
            <a:srgbClr val="C2A4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4297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700" i="1">
                <a:solidFill>
                  <a:srgbClr val="F5EFE3"/>
                </a:solidFill>
                <a:latin typeface="Lora"/>
              </a:rPr>
              <a:t>The no is the doorway. Your body already knows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2A46D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EF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C75D3D"/>
                </a:solidFill>
                <a:latin typeface="Lora"/>
              </a:rPr>
              <a:t>JOURNAL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>
                <a:solidFill>
                  <a:srgbClr val="15110D"/>
                </a:solidFill>
                <a:latin typeface="Marcellus"/>
              </a:rPr>
              <a:t>Name the no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834640"/>
            <a:ext cx="1463040" cy="38100"/>
          </a:xfrm>
          <a:prstGeom prst="rect">
            <a:avLst/>
          </a:prstGeom>
          <a:solidFill>
            <a:srgbClr val="C75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154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300" i="0">
                <a:solidFill>
                  <a:srgbClr val="15110D"/>
                </a:solidFill>
                <a:latin typeface="Lora"/>
              </a:rPr>
              <a:t>•  What I'm tired of pretending is...</a:t>
            </a:r>
          </a:p>
          <a:p>
            <a:pPr>
              <a:spcAft>
                <a:spcPts val="1200"/>
              </a:spcAft>
            </a:pPr>
            <a:r>
              <a:rPr sz="2300" i="0">
                <a:solidFill>
                  <a:srgbClr val="15110D"/>
                </a:solidFill>
                <a:latin typeface="Lora"/>
              </a:rPr>
              <a:t>•  What I'm done tolerating is...</a:t>
            </a:r>
          </a:p>
          <a:p>
            <a:pPr>
              <a:spcAft>
                <a:spcPts val="1200"/>
              </a:spcAft>
            </a:pPr>
            <a:r>
              <a:rPr sz="2300" i="0">
                <a:solidFill>
                  <a:srgbClr val="15110D"/>
                </a:solidFill>
                <a:latin typeface="Lora"/>
              </a:rPr>
              <a:t>•  What I no longer want is...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75D3D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C2A46D"/>
                </a:solidFill>
                <a:latin typeface="Lora"/>
              </a:rPr>
              <a:t>PART TWO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5400">
                <a:solidFill>
                  <a:srgbClr val="F5EFE3"/>
                </a:solidFill>
                <a:latin typeface="Marcellus"/>
              </a:rPr>
              <a:t>What I do want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3977640"/>
            <a:ext cx="1463040" cy="38100"/>
          </a:xfrm>
          <a:prstGeom prst="rect">
            <a:avLst/>
          </a:prstGeom>
          <a:solidFill>
            <a:srgbClr val="C2A4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4297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700" i="1">
                <a:solidFill>
                  <a:srgbClr val="F5EFE3"/>
                </a:solidFill>
                <a:latin typeface="Lora"/>
              </a:rPr>
              <a:t>Every no is holding a yes behind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2A46D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EF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C75D3D"/>
                </a:solidFill>
                <a:latin typeface="Lora"/>
              </a:rPr>
              <a:t>JOURNAL, THEN SAY IT OUT LOUD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>
                <a:solidFill>
                  <a:srgbClr val="15110D"/>
                </a:solidFill>
                <a:latin typeface="Marcellus"/>
              </a:rPr>
              <a:t>Turn it into a yes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834640"/>
            <a:ext cx="1463040" cy="38100"/>
          </a:xfrm>
          <a:prstGeom prst="rect">
            <a:avLst/>
          </a:prstGeom>
          <a:solidFill>
            <a:srgbClr val="C75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154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300" i="0">
                <a:solidFill>
                  <a:srgbClr val="15110D"/>
                </a:solidFill>
                <a:latin typeface="Lora"/>
              </a:rPr>
              <a:t>•  The kind of touch I'm craving is...</a:t>
            </a:r>
          </a:p>
          <a:p>
            <a:pPr>
              <a:spcAft>
                <a:spcPts val="1200"/>
              </a:spcAft>
            </a:pPr>
            <a:r>
              <a:rPr sz="2300" i="0">
                <a:solidFill>
                  <a:srgbClr val="15110D"/>
                </a:solidFill>
                <a:latin typeface="Lora"/>
              </a:rPr>
              <a:t>•  A way I want to receive more is...</a:t>
            </a:r>
          </a:p>
          <a:p>
            <a:pPr>
              <a:spcAft>
                <a:spcPts val="1200"/>
              </a:spcAft>
            </a:pPr>
            <a:r>
              <a:rPr sz="2300" i="0">
                <a:solidFill>
                  <a:srgbClr val="15110D"/>
                </a:solidFill>
                <a:latin typeface="Lora"/>
              </a:rPr>
              <a:t>•  If I trusted myself completely, I would...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75D3D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E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C2A46D"/>
                </a:solidFill>
                <a:latin typeface="Lora"/>
              </a:rPr>
              <a:t>PART THREE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5400">
                <a:solidFill>
                  <a:srgbClr val="F5EFE3"/>
                </a:solidFill>
                <a:latin typeface="Marcellus"/>
              </a:rPr>
              <a:t>My deepest desire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3977640"/>
            <a:ext cx="1463040" cy="38100"/>
          </a:xfrm>
          <a:prstGeom prst="rect">
            <a:avLst/>
          </a:prstGeom>
          <a:solidFill>
            <a:srgbClr val="C2A4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4297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700" i="1">
                <a:solidFill>
                  <a:srgbClr val="F5EFE3"/>
                </a:solidFill>
                <a:latin typeface="Lora"/>
              </a:rPr>
              <a:t>Underneath the want is the desire your whole life is organised around.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2A46D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9E4A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>
                <a:solidFill>
                  <a:srgbClr val="F5EFE3"/>
                </a:solidFill>
                <a:latin typeface="Marcellus"/>
              </a:rPr>
              <a:t>Drop underneath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834640"/>
            <a:ext cx="1463040" cy="38100"/>
          </a:xfrm>
          <a:prstGeom prst="rect">
            <a:avLst/>
          </a:prstGeom>
          <a:solidFill>
            <a:srgbClr val="C2A4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154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700" i="1">
                <a:solidFill>
                  <a:srgbClr val="F5EFE3"/>
                </a:solidFill>
                <a:latin typeface="Lora"/>
              </a:rPr>
              <a:t>And if I had that, what would it give me? Keep asking. Reach for the true answer, not the impressive one.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2A46D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2A46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>
                <a:solidFill>
                  <a:srgbClr val="15110D"/>
                </a:solidFill>
                <a:latin typeface="Marcellus"/>
              </a:rPr>
              <a:t>Claim it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834640"/>
            <a:ext cx="1463040" cy="38100"/>
          </a:xfrm>
          <a:prstGeom prst="rect">
            <a:avLst/>
          </a:prstGeom>
          <a:solidFill>
            <a:srgbClr val="6E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154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700" i="1">
                <a:solidFill>
                  <a:srgbClr val="15110D"/>
                </a:solidFill>
                <a:latin typeface="Lora"/>
              </a:rPr>
              <a:t>I'm a radiant woman, and I desire... The circle answers: You're allowed.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6E1A2E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C2A46D"/>
                </a:solidFill>
                <a:latin typeface="Lora"/>
              </a:rPr>
              <a:t>THE POWER STATEMENT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>
                <a:solidFill>
                  <a:srgbClr val="F5EFE3"/>
                </a:solidFill>
                <a:latin typeface="Marcellus"/>
              </a:rPr>
              <a:t>I take my place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834640"/>
            <a:ext cx="1463040" cy="38100"/>
          </a:xfrm>
          <a:prstGeom prst="rect">
            <a:avLst/>
          </a:prstGeom>
          <a:solidFill>
            <a:srgbClr val="C2A4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154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700" i="1">
                <a:solidFill>
                  <a:srgbClr val="F5EFE3"/>
                </a:solidFill>
                <a:latin typeface="Lora"/>
              </a:rPr>
              <a:t>I see myself. I am present to my own feelings, needs and desires. It is my destiny to be visible, and I take my rightful place.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2A46D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E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>
                <a:solidFill>
                  <a:srgbClr val="F5EFE3"/>
                </a:solidFill>
                <a:latin typeface="Marcellus"/>
              </a:rPr>
              <a:t>Claim your power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834640"/>
            <a:ext cx="1463040" cy="38100"/>
          </a:xfrm>
          <a:prstGeom prst="rect">
            <a:avLst/>
          </a:prstGeom>
          <a:solidFill>
            <a:srgbClr val="C2A4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154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700" i="1">
                <a:solidFill>
                  <a:srgbClr val="F5EFE3"/>
                </a:solidFill>
                <a:latin typeface="Lora"/>
              </a:rPr>
              <a:t>I'm powerful. I can create life. I can create the life I desire. The power is in my hands.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2A46D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EF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C75D3D"/>
                </a:solidFill>
                <a:latin typeface="Lora"/>
              </a:rPr>
              <a:t>TAKE HOME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>
                <a:solidFill>
                  <a:srgbClr val="15110D"/>
                </a:solidFill>
                <a:latin typeface="Marcellus"/>
              </a:rPr>
              <a:t>This week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834640"/>
            <a:ext cx="1463040" cy="38100"/>
          </a:xfrm>
          <a:prstGeom prst="rect">
            <a:avLst/>
          </a:prstGeom>
          <a:solidFill>
            <a:srgbClr val="C75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154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300" i="0">
                <a:solidFill>
                  <a:srgbClr val="15110D"/>
                </a:solidFill>
                <a:latin typeface="Lora"/>
              </a:rPr>
              <a:t>•  Say one clean want a day, out loud.</a:t>
            </a:r>
          </a:p>
          <a:p>
            <a:pPr>
              <a:spcAft>
                <a:spcPts val="1200"/>
              </a:spcAft>
            </a:pPr>
            <a:r>
              <a:rPr sz="2300" i="0">
                <a:solidFill>
                  <a:srgbClr val="15110D"/>
                </a:solidFill>
                <a:latin typeface="Lora"/>
              </a:rPr>
              <a:t>•  Each night, whisper your deepest desire to yourself.</a:t>
            </a:r>
          </a:p>
          <a:p>
            <a:pPr>
              <a:spcAft>
                <a:spcPts val="1200"/>
              </a:spcAft>
            </a:pPr>
            <a:r>
              <a:rPr sz="2300" i="0">
                <a:solidFill>
                  <a:srgbClr val="15110D"/>
                </a:solidFill>
                <a:latin typeface="Lora"/>
              </a:rPr>
              <a:t>•  You're teaching your body that your desire is safe.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75D3D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