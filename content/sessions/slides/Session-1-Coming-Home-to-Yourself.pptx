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RADIANT WOMEN'S CIRCLE  ·  SESSION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Coming home to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Finding what you want, need and desire.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Tonight, we find her.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Your needs. Your wants. Your deepest desires. We start by coming home to yourself.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HOW WE HOLD THIS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Our circle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What's shared here stays here.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We witness. We don't fix or rescue.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There's no right or wrong way.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There's no such thing as too much in this 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Softening practice.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Drop your shoulders. Unclench your belly. She doesn't live in the tension. She lives in the softening.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Three words we blur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Needs — what you can't be well without.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Wants — the specific things that meet a need.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Desires — the deep, alive pull. Your compass.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You're not too much.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You've been gathering everyone else's needs for so long you lost the thread of your own. Tonight we pick it back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CLAIRE ZAMMIT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The invisible woman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You are not overlooked by accident.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THE I'M INVISIBLE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How we disappear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My attention is on everyone but me.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I assume you can see what I never said.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I serve until I'm empty.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I wait, quietly, to be discovered.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5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The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Believe no-one cares or being seen is unsafe → disappear yourself while focusing on others' needs → they don't see you → you feel invisible → you become resentful → you ask with accusation and frustration → they defend and don't hear you → you feel invisible and uncared for → resentful again... The belief builds its own proof.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5EFE3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The hard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You have taught the people around you exactly how much of you to see. And tonight we start practising the opposite.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1A2E"/>
                </a:solidFill>
                <a:latin typeface="Lora"/>
              </a:rPr>
              <a:t>THE SHIFT  ·  PRESENCING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I see myself. I am present.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I stop waiting to be seen. I turn toward myself, and I make myself visible. It is my destiny to be visible.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Breakout · How I make myself invisible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One way I make myself invisible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One way I've trained people not to see my needs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The story underneath might be... (invisible / not enough / too much / a burden)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Partner: just witness. Then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What I don't want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The no is the doorway into your desires. Your body already knows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75D3D"/>
                </a:solidFill>
                <a:latin typeface="Lora"/>
              </a:rPr>
              <a:t>JOURNAL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Name the no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What I'm tired of pretending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What I'm done tolerating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What I no longer want is...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PART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What I do want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Every no is holding a yes behind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75D3D"/>
                </a:solidFill>
                <a:latin typeface="Lora"/>
              </a:rPr>
              <a:t>JOURNAL, THEN SAY IT OUT 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Turn it into a yes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The kind of touch I'm craving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A way I want to receive more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If I trusted myself completely, I would...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PART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My deepest desire is...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Explore in pairs.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Drop underneath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And if I had that, what would it give me? Keep asking, going seven levels deep.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Claim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I'm a radiant woman, and I desire... The circle answers: You're allowed.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THE POWER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I take my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I see myself. I am present to my own feelings, needs and desires. It is my destiny to be visible, and I take my rightful place.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Claim your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I'm powerful. I can create life. I can create the life I desire. The power is in my hands.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75D3D"/>
                </a:solidFill>
                <a:latin typeface="Lora"/>
              </a:rPr>
              <a:t>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Say one clean want a day, out loud.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Each night, whisper your deepest desire to yourself.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You're teaching your body that your desire is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