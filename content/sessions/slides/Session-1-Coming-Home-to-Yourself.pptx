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Coming Home to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Finding what you want, need and desire.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Tonight, we find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Your needs. Your wants. Your deepest desires. We start by coming home to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HOW WE HOLD THIS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Our circle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What's shared here stays here.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witness. We don't fix or rescue.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You can always pass.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There's no such thing as too much in this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Soften your jaw.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Drop your shoulders. Unclench your belly. She doesn't live in the tension. She lives in the softening.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Three words we blur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Needs — what you can't be well without.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Wants — the specific things that meet a need.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Desires — the deep, alive pull. Your compass.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You're not too much.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You've been gathering everyone else's needs for so long you lost the thread of your own. Tonight we pick it back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CLAIRE ZAMMIT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The invisible 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You are not overlooked by accident.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we disappear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hide our own thoughts and feelings.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mirror everyone else.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hint instead of ask.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give from empty and call it love.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Believe you're invisible → disappear yourself → they don't see you → you feel invisible. The belief builds its own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hard truth, said gently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 have taught the people around you exactly how much of you to see. A habit, not a fact. And tonight we start practising the opposite.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How I make myself invisible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 make myself invisible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I've trained people not to see my needs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 story underneath might be... (invisible / not enough / too much / a burden)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Partner: just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don't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The no is the doorway. Your body already knows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Name the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tired of pretending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done tolerating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 no longer want is...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Every no is holding a yes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JOURNAL, THEN SAY IT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Turn it into a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The kind of touch I'm craving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A way I want to receive more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If I trusted myself completely, I would...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My deepest desire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Underneath the want is the desire your whole life is organised around.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Drop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And if I had that, what would it give me? Keep asking. Reach for the true answer, not the impressive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I'm a radiant woman, and I desire...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Claim your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I'm powerful. I can create life. I can create the life I desire. The power is in my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Say one clean want a day,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Each night, whisper your deepest desire to yourself.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You're teaching your body that your desire is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