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8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4234F"/>
                </a:solidFill>
                <a:latin typeface="Lora"/>
              </a:rPr>
              <a:t>THE SHIFT  ·  PRESENCING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I see myself. I am present.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I stop waiting to be seen. I turn toward myself, and I make myself visible. It is my destiny to be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6D"/>
                </a:solidFill>
                <a:latin typeface="Lora"/>
              </a:rPr>
              <a:t>THE POWER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I take my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I see myself. I am present to my own feelings, needs and desires. It is my destiny to be visible, and I take my rightful place.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