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9A86D"/>
                </a:solidFill>
                <a:latin typeface="Lora"/>
              </a:rPr>
              <a:t>RADIANT WOMEN'S CIRCLE  ·  SESSION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400">
                <a:solidFill>
                  <a:srgbClr val="FCE8EA"/>
                </a:solidFill>
                <a:latin typeface="Marcellus"/>
              </a:rPr>
              <a:t>Spirituality &amp; Sexuality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977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FCE8EA"/>
                </a:solidFill>
                <a:latin typeface="Lora"/>
              </a:rPr>
              <a:t>The Sacred Woman: coming home to your body and desire.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8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400">
                <a:solidFill>
                  <a:srgbClr val="1D283C"/>
                </a:solidFill>
                <a:latin typeface="Marcellus"/>
              </a:rPr>
              <a:t>Sacred, not shameful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977640"/>
            <a:ext cx="1463040" cy="38100"/>
          </a:xfrm>
          <a:prstGeom prst="rect">
            <a:avLst/>
          </a:prstGeom>
          <a:solidFill>
            <a:srgbClr val="7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1D283C"/>
                </a:solidFill>
                <a:latin typeface="Lora"/>
              </a:rPr>
              <a:t>Your sexuality isn't the opposite of your spirituality. It's one of its deepest doorways.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4234F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423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FCE8EA"/>
                </a:solidFill>
                <a:latin typeface="Marcellus"/>
              </a:rPr>
              <a:t>The body is a temple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FCE8EA"/>
                </a:solidFill>
                <a:latin typeface="Lora"/>
              </a:rPr>
              <a:t>Pleasure is a prayer. Your sexual energy is your life force, the same energy that creates life.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FCE8EA"/>
                </a:solidFill>
                <a:latin typeface="Marcellus"/>
              </a:rPr>
              <a:t>Safety is the sacred ground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FCE8EA"/>
                </a:solidFill>
                <a:latin typeface="Lora"/>
              </a:rPr>
              <a:t>Nothing is pushed. You go at your own pace. Your yes is real because your no is allowed.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BBC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74234F"/>
                </a:solidFill>
                <a:latin typeface="Lora"/>
              </a:rPr>
              <a:t>TAKE A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1D283C"/>
                </a:solidFill>
                <a:latin typeface="Marcellus"/>
              </a:rPr>
              <a:t>Reflect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7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300" i="0">
                <a:solidFill>
                  <a:srgbClr val="1D283C"/>
                </a:solidFill>
                <a:latin typeface="Lora"/>
              </a:rPr>
              <a:t>•  What was I taught about my body and sexuality?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1D283C"/>
                </a:solidFill>
                <a:latin typeface="Lora"/>
              </a:rPr>
              <a:t>•  Where do I still carry shame? Whose voice is it?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1D283C"/>
                </a:solidFill>
                <a:latin typeface="Lora"/>
              </a:rPr>
              <a:t>•  What would it feel like to treat my body as sacred?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4234F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A1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1D283C"/>
                </a:solidFill>
                <a:latin typeface="Marcellus"/>
              </a:rPr>
              <a:t>Practice · Sacred breath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7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1D283C"/>
                </a:solidFill>
                <a:latin typeface="Lora"/>
              </a:rPr>
              <a:t>Hand on heart, hand on belly. Breathe down into your womb space. I'm here. I love you. 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4234F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46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9A86D"/>
                </a:solidFill>
                <a:latin typeface="Lora"/>
              </a:rPr>
              <a:t>IN PAIRS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FCE8EA"/>
                </a:solidFill>
                <a:latin typeface="Marcellus"/>
              </a:rPr>
              <a:t>Breakout · The story I was told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The story I was told about my body was...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The shame I carry is... in the voice of...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What I'd love to believe instead is...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Partner: witness. Then swap.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8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1D283C"/>
                </a:solidFill>
                <a:latin typeface="Marcellus"/>
              </a:rPr>
              <a:t>Your body is a temple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7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1D283C"/>
                </a:solidFill>
                <a:latin typeface="Lora"/>
              </a:rPr>
              <a:t>Pleasure can't open in a body that's bracing for criticism. It opens in a body that feels adored.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4234F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BBC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74234F"/>
                </a:solidFill>
                <a:latin typeface="Lora"/>
              </a:rPr>
              <a:t>IN PAIRS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1D283C"/>
                </a:solidFill>
                <a:latin typeface="Marcellus"/>
              </a:rPr>
              <a:t>Breakout · From shame to sacred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7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300" i="0">
                <a:solidFill>
                  <a:srgbClr val="1D283C"/>
                </a:solidFill>
                <a:latin typeface="Lora"/>
              </a:rPr>
              <a:t>•  A pleasure I stopped letting myself feel is...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1D283C"/>
                </a:solidFill>
                <a:latin typeface="Lora"/>
              </a:rPr>
              <a:t>•  One sacred pleasure I'll give myself is...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1D283C"/>
                </a:solidFill>
                <a:latin typeface="Lora"/>
              </a:rPr>
              <a:t>•  The part of my body I'm ready to make peace with is...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1D283C"/>
                </a:solidFill>
                <a:latin typeface="Lora"/>
              </a:rPr>
              <a:t>•  Then swap.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4234F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9A86D"/>
                </a:solidFill>
                <a:latin typeface="Lora"/>
              </a:rPr>
              <a:t>TAKE 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FCE8EA"/>
                </a:solidFill>
                <a:latin typeface="Marcellus"/>
              </a:rPr>
              <a:t>This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Candle. Hand on heart, hand on belly.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I'm here. I love you. Thank you.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One small thing that treats your body as sacred.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9A86D"/>
                </a:solidFill>
                <a:latin typeface="Lora"/>
              </a:rPr>
              <a:t>RADIANT WOMEN'S CIRCLE  ·  SESSION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400">
                <a:solidFill>
                  <a:srgbClr val="FCE8EA"/>
                </a:solidFill>
                <a:latin typeface="Marcellus"/>
              </a:rPr>
              <a:t>Spirituality &amp; Sexuality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977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FCE8EA"/>
                </a:solidFill>
                <a:latin typeface="Lora"/>
              </a:rPr>
              <a:t>The Sacred Union: deepening connection during lovemaking.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423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400">
                <a:solidFill>
                  <a:srgbClr val="FCE8EA"/>
                </a:solidFill>
                <a:latin typeface="Marcellus"/>
              </a:rPr>
              <a:t>Slow is sacred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977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FCE8EA"/>
                </a:solidFill>
                <a:latin typeface="Lora"/>
              </a:rPr>
              <a:t>You can't build deep connection at full speed. Make love the way you'd meditate: fully here, in no hurry.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8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1D283C"/>
                </a:solidFill>
                <a:latin typeface="Marcellus"/>
              </a:rPr>
              <a:t>Presence, not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7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1D283C"/>
                </a:solidFill>
                <a:latin typeface="Lora"/>
              </a:rPr>
              <a:t>Sacred union isn't about arriving anywhere. Slowness makes space for feeling, and feeling makes it sacred.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4234F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BBC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74234F"/>
                </a:solidFill>
                <a:latin typeface="Lora"/>
              </a:rPr>
              <a:t>TAKE A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1D283C"/>
                </a:solidFill>
                <a:latin typeface="Marcellus"/>
              </a:rPr>
              <a:t>Reflect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7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300" i="0">
                <a:solidFill>
                  <a:srgbClr val="1D283C"/>
                </a:solidFill>
                <a:latin typeface="Lora"/>
              </a:rPr>
              <a:t>•  When do I feel truly safe and connected?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1D283C"/>
                </a:solidFill>
                <a:latin typeface="Lora"/>
              </a:rPr>
              <a:t>•  What do I long for that I've never said out loud?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1D283C"/>
                </a:solidFill>
                <a:latin typeface="Lora"/>
              </a:rPr>
              <a:t>•  What helps me stay present instead of performing?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4234F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A1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1D283C"/>
                </a:solidFill>
                <a:latin typeface="Marcellus"/>
              </a:rPr>
              <a:t>Practice · Eye gaze &amp; breath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7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1D283C"/>
                </a:solidFill>
                <a:latin typeface="Lora"/>
              </a:rPr>
              <a:t>Soften your gaze. Breathe together. Simply witness and be witnessed. Let yourself be seen.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4234F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46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9A86D"/>
                </a:solidFill>
                <a:latin typeface="Lora"/>
              </a:rPr>
              <a:t>IN PAIRS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FCE8EA"/>
                </a:solidFill>
                <a:latin typeface="Marcellus"/>
              </a:rPr>
              <a:t>Breakout · Safe and connected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I feel most safe and connected when...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What pulls me out of presence is...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What helps me come back is...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Then swap.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FCE8EA"/>
                </a:solidFill>
                <a:latin typeface="Marcellus"/>
              </a:rPr>
              <a:t>Create sacred space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FCE8EA"/>
                </a:solidFill>
                <a:latin typeface="Lora"/>
              </a:rPr>
              <a:t>Candles. Soft music. Beautiful fabrics. A door that closes. You're telling your body: this is sacred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8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1D283C"/>
                </a:solidFill>
                <a:latin typeface="Marcellus"/>
              </a:rPr>
              <a:t>The dance of love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7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1D283C"/>
                </a:solidFill>
                <a:latin typeface="Lora"/>
              </a:rPr>
              <a:t>Breathe together. Eye gaze. Then touch, slowly, with no destination. Take turns giving and receiving.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4234F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BBC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74234F"/>
                </a:solidFill>
                <a:latin typeface="Lora"/>
              </a:rPr>
              <a:t>IN PAIRS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1D283C"/>
                </a:solidFill>
                <a:latin typeface="Marcellus"/>
              </a:rPr>
              <a:t>Breakout · Desire &amp; receiving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7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300" i="0">
                <a:solidFill>
                  <a:srgbClr val="1D283C"/>
                </a:solidFill>
                <a:latin typeface="Lora"/>
              </a:rPr>
              <a:t>•  Speak a desire, cleanly and warmly: I long for...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1D283C"/>
                </a:solidFill>
                <a:latin typeface="Lora"/>
              </a:rPr>
              <a:t>•  Receive an appreciation. Just say thank you. Let it land.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1D283C"/>
                </a:solidFill>
                <a:latin typeface="Lora"/>
              </a:rPr>
              <a:t>•  Notice the urge to deflect.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1D283C"/>
                </a:solidFill>
                <a:latin typeface="Lora"/>
              </a:rPr>
              <a:t>•  Then swap.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4234F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423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9A86D"/>
                </a:solidFill>
                <a:latin typeface="Lora"/>
              </a:rPr>
              <a:t>TAKE 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FCE8EA"/>
                </a:solidFill>
                <a:latin typeface="Marcellus"/>
              </a:rPr>
              <a:t>This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One pocket of sacred time. Light a candle.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Breathe together. Eye gaze for three minutes.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Slow, reverent touch, with no goal. Just presence.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400">
                <a:solidFill>
                  <a:srgbClr val="FCE8EA"/>
                </a:solidFill>
                <a:latin typeface="Marcellus"/>
              </a:rPr>
              <a:t>You are sacred.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977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FCE8EA"/>
                </a:solidFill>
                <a:latin typeface="Lora"/>
              </a:rPr>
              <a:t>Your body. Your pleasure. Your desire. All holy.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