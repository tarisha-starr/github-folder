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RADIANT WOMEN'S CIRCLE  · 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Master Your Emotions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Safety and self-compassion.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1D283C"/>
                </a:solidFill>
                <a:latin typeface="Marcellus"/>
              </a:rPr>
              <a:t>Lack of safety is the problem.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Not the emotions. Emotions aren't dangerous. Being flooded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Start with safety.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We only expand, feel more, open more, when we're not overwhelmed and not sliding into our old patterns.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What safety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I'm connected to myself.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 feel what's good for 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 test it out.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 read how the other responds.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Then I step forward, or step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Then, no overwhelm.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Because I never abandon myself to cope. I stay with me the whole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BEFORE THE BREAKOUT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Reflect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When do I feel safe? When do I not?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Where do I abandon myself to keep the peace?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does it feel like in my body when I leave myself?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Breakout · My safety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One place I feel safe is... one place I don't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One way I abandon myself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Partner: just witness.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Stress makes emotions. Emotions make stress. So we reach for something to fill the hole.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The hole can't be filled from outside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There's no signal that says your emotional need is met. The fix backfires, and the feeling still waits to be heard.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Emotions are the messengers.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Ignore them and they don't go away. They get louder. They start screaming until we listen.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ONE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Reflection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What do you reach for when a feeling gets too big?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DR LINDA BACON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The reframe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If you numb, you don't have a problem with food or wine or your phone. You have a problem with taking care of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HANDS ON HEART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Self-compassion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How do you feel? What's going on for you?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I hear you feel...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I see this is difficult. I am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Breakout · Self-compassion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Hands on heart. Say it out loud to your partner.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Partner reflects: I hear you feel...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No advice.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Am I safe? Am I connected to myself?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Hands on heart: how do you feel?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Listen. That's the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RADIANT WOMEN'S CIRCLE  · 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Master Your Emotions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Riding the waves, and tapping.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Anchor safety first.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Feet on the floor. Hand on your heart. Right now, in this moment, I am here, and I am safe.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BEFORE WE BEGIN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Reflect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feeling, if I let it, feels too big?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Where do I feel it in my body? Where am I braced?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brings me back to safety?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Riding the wave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Not shutting it out. Not drowning in it. Feeling into it without being taken over.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Grief comes in waves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You don't feel all of it at once. It rises, it crests, it passes, for now. Then it comes again. That's grief, not you failing.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Feel a little, then come 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Go into the feeling for a breath.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Come back to safety: feet, breath, hand on heart.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A little in, a little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Keep one foot in the present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Name five things you see. Right now, I am here, and I am safe. That's how you feel it without disappearing into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 · PICK A 3 OR 4, NOT 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Breakout · Feel a little, come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A feels it for a breath, names where it is.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B guides A back to safety.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A little in, a little out, three times.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The body still braces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You can make peace in your head, and your body can still be holding it. It lets go through breath, tears, moving, being held.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EFT · tapping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An easy, direct way to settle a big feeling and come back to safety in your body.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Why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Tapping calms the amygdala's alarm, so you shift into your logical brain and choose your response.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Wash the laundry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We don't hide the feeling in the wardrobe. We take it out, wash it, and clear it. Then reframes come naturally.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How to tap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Name it, be specific. Rate it 1 to 10.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Setup: even though I feel this, I love and accept myself.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Tap the points, say it out loud.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Breathe, re-rate, repeat until it drops.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The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Top of head · eyebrow · side of eye · under eye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Under nose · chin · collarbone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Under arm · wrist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Sip water as you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Breakout · Tap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Each pick an issue, rate it 1 to 10.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Tap through the points, say your phrase out loud.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Breathe, re-rate. Swap who leads.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Safety first: am I connected to myself?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Hands on heart: how do you feel?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Tap when it's big. Feel a little, come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1D283C"/>
                </a:solidFill>
                <a:latin typeface="Marcellus"/>
              </a:rPr>
              <a:t>You don't control your emotions.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You master them by feeling safe enough to finally listen.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