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RADIANT WOMEN'S CIRCLE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F5EFE3"/>
                </a:solidFill>
                <a:latin typeface="Marcellus"/>
              </a:rPr>
              <a:t>Master Your Emotions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Feeling into them, without numbing and without drowning.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15110D"/>
                </a:solidFill>
                <a:latin typeface="Marcellus"/>
              </a:rPr>
              <a:t>Lack of safety is the problem.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Not the emotions. Emotions aren't dangerous. Being flooded is.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Start with safety.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We only expand, feel more, open more, when we're not overwhelmed and not sliding into our old patterns.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What safety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I'm connected to myself.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feel what's good for me.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test it out.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I read how the other responds.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Then I step forward, or step away.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Then, no overwhelm.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Because I never abandon myself to cope. I stay with me the whole way.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loop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Stress makes emotions. Emotions make stress. So we reach for something to fill the hole.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The hole can't be filled from outside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There's no signal that says your emotional need is met. The fix backfires, and the feeling still waits to be heard.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ONE MINUTE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Reflection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What do you reach for when a feeling gets too big?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DR LINDA BACON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reframe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If you numb, you don't have a problem with food or wine or your phone. You have a problem with taking care of yourself.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6E1A2E"/>
                </a:solidFill>
                <a:latin typeface="Lora"/>
              </a:rPr>
              <a:t>HANDS ON HEART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Self-compassion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How do you feel? What's going on for you?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I hear you feel...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I see this is difficult. I am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Riding the wave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Grief comes in waves. Feel a little, come back to safety, feel a little more. You don't have to feel all of it at once.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Feel without being flooded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Feel a little, then come back.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Keep one foot in the present.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Let the tears come. They're a release.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15110D"/>
                </a:solidFill>
                <a:latin typeface="Lora"/>
              </a:rPr>
              <a:t>•  Then soothe. You did something brave.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body still braces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The mind makes peace in words. The body lets go in a different language: breath, tears, movement, touch.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EFT · tapping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F5EFE3"/>
                </a:solidFill>
                <a:latin typeface="Lora"/>
              </a:rPr>
              <a:t>An easy, direct way to settle a big feeling and come back to safety in your body.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Why it works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Tapping calms the amygdala's alarm, so you shift into your logical brain and choose your response.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EFE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15110D"/>
                </a:solidFill>
                <a:latin typeface="Marcellus"/>
              </a:rPr>
              <a:t>Wash the laundry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75D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We don't hide the feeling in the wardrobe. We take it out, wash it, and clear it. Then reframes come naturally.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75D3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How to tap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Name it, be specific. Rate it 1 to 10.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Setup: even though I feel this, I love and accept myself.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Tap the points, say it out loud.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Breathe, re-rate, repeat until it drops.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9E4A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The points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Top of head · eyebrow · side of eye · under eye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Under nose · chin · collarbone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Under arm · wrist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Sip water as you 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6E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4864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500" b="1">
                <a:solidFill>
                  <a:srgbClr val="C2A46D"/>
                </a:solidFill>
                <a:latin typeface="Lora"/>
              </a:rPr>
              <a:t>TAKE HOME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4000">
                <a:solidFill>
                  <a:srgbClr val="F5EFE3"/>
                </a:solidFill>
                <a:latin typeface="Marcellus"/>
              </a:rPr>
              <a:t>This week</a:t>
            </a:r>
          </a:p>
        </p:txBody>
      </p:sp>
      <p:sp>
        <p:nvSpPr>
          <p:cNvPr id="4" name="Rectangle 3"/>
          <p:cNvSpPr/>
          <p:nvPr/>
        </p:nvSpPr>
        <p:spPr>
          <a:xfrm>
            <a:off x="822960" y="2834640"/>
            <a:ext cx="1463040" cy="38100"/>
          </a:xfrm>
          <a:prstGeom prst="rect">
            <a:avLst/>
          </a:prstGeom>
          <a:solidFill>
            <a:srgbClr val="C2A4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154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Safety first: am I connected to myself?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Hands on heart: how do you feel?</a:t>
            </a:r>
          </a:p>
          <a:p>
            <a:pPr>
              <a:spcAft>
                <a:spcPts val="1200"/>
              </a:spcAft>
            </a:pPr>
            <a:r>
              <a:rPr sz="2300" i="0">
                <a:solidFill>
                  <a:srgbClr val="F5EFE3"/>
                </a:solidFill>
                <a:latin typeface="Lora"/>
              </a:rPr>
              <a:t>•  Tap when it's big. Feel a little, come back.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C2A46D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C2A46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05840"/>
            <a:ext cx="105156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5400">
                <a:solidFill>
                  <a:srgbClr val="15110D"/>
                </a:solidFill>
                <a:latin typeface="Marcellus"/>
              </a:rPr>
              <a:t>You don't control your emotions.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3977640"/>
            <a:ext cx="1463040" cy="38100"/>
          </a:xfrm>
          <a:prstGeom prst="rect">
            <a:avLst/>
          </a:prstGeom>
          <a:solidFill>
            <a:srgbClr val="6E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700" i="0">
                <a:solidFill>
                  <a:srgbClr val="15110D"/>
                </a:solidFill>
                <a:latin typeface="Lora"/>
              </a:rPr>
              <a:t>You master them by feeling safe enough to finally listen.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2636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>
                <a:solidFill>
                  <a:srgbClr val="6E1A2E"/>
                </a:solidFill>
                <a:latin typeface="Lora"/>
              </a:rPr>
              <a:t>SEXUALEMPOWERMENTFORWOMEN.COM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