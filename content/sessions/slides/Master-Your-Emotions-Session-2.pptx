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6D"/>
                </a:solidFill>
                <a:latin typeface="Lora"/>
              </a:rPr>
              <a:t>RADIANT WOMEN'S CIRCLE  ·  SESSION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>
                <a:solidFill>
                  <a:srgbClr val="FCE8EA"/>
                </a:solidFill>
                <a:latin typeface="Marcellus"/>
              </a:rPr>
              <a:t>Master Your Emotions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977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Riding the waves, and tapping.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423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Anchor safety first.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Feet on the floor. Hand on your heart. Right now, in this moment, I am here, and I am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4234F"/>
                </a:solidFill>
                <a:latin typeface="Lora"/>
              </a:rPr>
              <a:t>BEFORE WE BEGIN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Reflect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What feeling, if I let it, feels too big?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Where do I feel it in my body? Where am I braced?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What brings me back to safety?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>
                <a:solidFill>
                  <a:srgbClr val="FCE8EA"/>
                </a:solidFill>
                <a:latin typeface="Marcellus"/>
              </a:rPr>
              <a:t>Riding the wave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977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Not shutting it out. Not drowning in it. Feeling into it without being taken over.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8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Grief comes in waves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You don't feel all of it at once. It rises, it crests, it passes, for now. Then it comes again. That's grief, not you failing.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BB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Feel a little, then come 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Go into the feeling for a breath.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Come back to safety: feet, breath, hand on heart.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A little in, a little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A1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Keep one foot in the present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Name five things you see. Right now, I am here, and I am safe. That's how you feel it without disappearing into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46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6D"/>
                </a:solidFill>
                <a:latin typeface="Lora"/>
              </a:rPr>
              <a:t>IN PAIRS · PICK A 3 OR 4, NOT 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Breakout · Feel a little, come 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A feels it for a breath, names where it is.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B guides A back to safety.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A little in, a little out, three times. Swap.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423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The body still braces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You can make peace in your head, and your body can still be holding it. It lets go through breath, tears, moving, being held.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EFT · tapping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An easy, direct way to settle a big feeling and come back to safety in your body.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8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Why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Tapping calms the amygdala's alarm, so you shift into your logical brain and choose your response.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Wash the laundry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We don't hide the feeling in the wardrobe. We take it out, wash it, and clear it. Then reframes come naturally.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How to tap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Name it, be specific. Rate it 1 to 10.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Setup: even though I feel this, I love and accept myself.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Tap the points, say it out loud.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Breathe, re-rate, repeat until it drops.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A1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The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Top of head · eyebrow · side of eye · under eye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Under nose · chin · collarbone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Under arm · wrist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Sip water as you 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46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6D"/>
                </a:solidFill>
                <a:latin typeface="Lora"/>
              </a:rPr>
              <a:t>IN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Breakout · Tap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Each pick an issue, rate it 1 to 10.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Tap through the points, say your phrase out loud.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Breathe, re-rate. Swap who leads.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423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6D"/>
                </a:solidFill>
                <a:latin typeface="Lora"/>
              </a:rPr>
              <a:t>TAKE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This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Safety first: am I connected to myself?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Hands on heart: how do you feel?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Tap when it's big. Feel a little, come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8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>
                <a:solidFill>
                  <a:srgbClr val="1D283C"/>
                </a:solidFill>
                <a:latin typeface="Marcellus"/>
              </a:rPr>
              <a:t>You don't control your emotions.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977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You master them by feeling safe enough to finally listen.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